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490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4165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3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735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735" y="599407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667177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667177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667177" y="5851778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4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6138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218106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798199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3949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1087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2384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7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нетривиальной (не константной) модели для данного датасета.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</a:t>
                </a:r>
                <a:r>
                  <a:rPr lang="ru-RU" sz="1700" dirty="0" err="1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недообучения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7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  <a:blipFill>
                <a:blip r:embed="rId7"/>
                <a:stretch>
                  <a:fillRect l="-322" t="-1389" b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данным базового датасета выявлены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2952</TotalTime>
  <Words>849</Words>
  <Application>Microsoft Office PowerPoint</Application>
  <PresentationFormat>Широкоэкранный</PresentationFormat>
  <Paragraphs>93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ALS Sector Regular</vt:lpstr>
      <vt:lpstr>Arial</vt:lpstr>
      <vt:lpstr>Times New Roman</vt:lpstr>
      <vt:lpstr>Open Sans</vt:lpstr>
      <vt:lpstr>Noto Sans Symbols</vt:lpstr>
      <vt:lpstr>Cambria Math</vt:lpstr>
      <vt:lpstr>ALS Sector Bold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168</cp:revision>
  <dcterms:created xsi:type="dcterms:W3CDTF">2021-02-24T09:03:25Z</dcterms:created>
  <dcterms:modified xsi:type="dcterms:W3CDTF">2023-04-26T10:23:06Z</dcterms:modified>
</cp:coreProperties>
</file>