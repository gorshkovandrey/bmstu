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2" r:id="rId5"/>
    <p:sldId id="269" r:id="rId6"/>
    <p:sldId id="276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2" autoAdjust="0"/>
  </p:normalViewPr>
  <p:slideViewPr>
    <p:cSldViewPr snapToGrid="0">
      <p:cViewPr>
        <p:scale>
          <a:sx n="100" d="100"/>
          <a:sy n="100" d="100"/>
        </p:scale>
        <p:origin x="954" y="300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26003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достоверными.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974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919096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машинного обучения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20795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8056020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64452" y="538575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62E659F-7A8C-4CB7-9E68-0B2F0F5421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4804002"/>
            <a:ext cx="6677025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549045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617417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1647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404498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416520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378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735" y="5686745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735" y="5994074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667177" y="5252535"/>
            <a:ext cx="44037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центроиды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объекты базового датасета (23 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667177" y="5550265"/>
            <a:ext cx="32736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объекты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667177" y="5851778"/>
            <a:ext cx="39367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ближайшие к объектам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базового датасета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8947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261389" y="5293963"/>
            <a:ext cx="28307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оставшиеся после 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фильтрации  полного  датасета;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218106" y="648190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798199" y="631736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6839491" y="5984800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410875" y="5802841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702384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36250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149922" y="1121134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объекты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5421225" y="6202596"/>
            <a:ext cx="6656478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размножение базового датасета.</a:t>
            </a:r>
            <a:endParaRPr lang="ru-RU" sz="1150" dirty="0">
              <a:solidFill>
                <a:srgbClr val="0000FF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8C8D5F-23C1-442B-BD57-9697244F15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6793" y="1889429"/>
            <a:ext cx="3824518" cy="300314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FABBEA0-DB97-40B1-BEA3-DEF244DFB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683" y="1907432"/>
            <a:ext cx="3644091" cy="2988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26003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0937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77346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578408"/>
            <a:ext cx="1885837" cy="738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744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856409" y="469293"/>
            <a:ext cx="9161419" cy="666000"/>
            <a:chOff x="1352312" y="3499669"/>
            <a:chExt cx="4962544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2" y="3499669"/>
              <a:ext cx="4962544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Аналитический коэффициент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2168433" y="1782703"/>
            <a:ext cx="31681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18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361758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35BDAAC-3815-41DD-9D7A-E57E76407B6C}"/>
              </a:ext>
            </a:extLst>
          </p:cNvPr>
          <p:cNvSpPr/>
          <p:nvPr/>
        </p:nvSpPr>
        <p:spPr>
          <a:xfrm>
            <a:off x="5544111" y="1779542"/>
            <a:ext cx="33161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18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8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880317" y="4493172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03533" y="3600125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 xmlns="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951" y="21430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41306"/>
            <a:ext cx="3337653" cy="33781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/>
              <p:nvPr/>
            </p:nvSpPr>
            <p:spPr>
              <a:xfrm>
                <a:off x="409309" y="5835999"/>
                <a:ext cx="11773984" cy="86735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                                        Применение аналитического коэффициента детерминации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  <m:sup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1. Для оценки принципиальной возможности построения не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константной модели с обобщающей способностью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для данного датасета.</a:t>
                </a:r>
              </a:p>
              <a:p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2. Для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контроля подобия создаваемых обучающей и тестовой выборок (с целью предотвращения пере- и недообучения)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09" y="5835999"/>
                <a:ext cx="11773984" cy="867353"/>
              </a:xfrm>
              <a:prstGeom prst="rect">
                <a:avLst/>
              </a:prstGeom>
              <a:blipFill>
                <a:blip r:embed="rId7"/>
                <a:stretch>
                  <a:fillRect l="-259" t="-1399" r="-104" b="-41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3825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7603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527083"/>
            <a:ext cx="5221482" cy="498545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909181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53660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78378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3409951" y="469293"/>
            <a:ext cx="6457950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527082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961359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61165" y="3713168"/>
            <a:ext cx="53035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обучающих значений (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3999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54531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31214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83216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15120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51501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91870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6652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9842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9116D49-8A61-4A89-B506-2D9DA07357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400" y="2274922"/>
            <a:ext cx="5092179" cy="125459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56B753-26F5-45E5-B17A-C93D7B723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833" y="4214466"/>
            <a:ext cx="5092746" cy="221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78378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3257550" y="469294"/>
            <a:ext cx="6706938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68853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3257550" y="469294"/>
            <a:ext cx="6705599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30753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571501" y="1266825"/>
                <a:ext cx="11106150" cy="5213881"/>
              </a:xfrm>
            </p:spPr>
            <p:txBody>
              <a:bodyPr>
                <a:noAutofit/>
              </a:bodyPr>
              <a:lstStyle/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 Математические модели целевых переменных построены для трех наборов данных – базового датасета (первые 23 строки), полного датасета (1023 строки) и очищенного от шума датасета.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Для очистки датасета от шума разработан фильтр, ядром (маской) которого являются объекты базового датасета.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 По данным базового датасета выявлены линейные функциональные зависимости 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0,505.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На данных полного датасета 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0,012.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5. На данных очищенного датасета 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0,737.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</a:t>
                </a:r>
                <a:r>
                  <a:rPr lang="ru-RU" sz="18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8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8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8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8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0,227.</a:t>
                </a:r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571501" y="1266825"/>
                <a:ext cx="11106150" cy="5213881"/>
              </a:xfrm>
              <a:blipFill>
                <a:blip r:embed="rId2"/>
                <a:stretch>
                  <a:fillRect r="-439" b="-26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Заключение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3010</TotalTime>
  <Words>854</Words>
  <Application>Microsoft Office PowerPoint</Application>
  <PresentationFormat>Широкоэкранный</PresentationFormat>
  <Paragraphs>91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Times New Roman</vt:lpstr>
      <vt:lpstr>Open Sans</vt:lpstr>
      <vt:lpstr>ALS Sector Bold</vt:lpstr>
      <vt:lpstr>Cambria Math</vt:lpstr>
      <vt:lpstr>Noto Sans Symbols</vt:lpstr>
      <vt:lpstr>ALS Sector Regular</vt:lpstr>
      <vt:lpstr>Arial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173</cp:revision>
  <dcterms:created xsi:type="dcterms:W3CDTF">2021-02-24T09:03:25Z</dcterms:created>
  <dcterms:modified xsi:type="dcterms:W3CDTF">2023-04-26T18:10:25Z</dcterms:modified>
</cp:coreProperties>
</file>