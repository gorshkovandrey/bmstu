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 varScale="1">
        <p:scale>
          <a:sx n="110" d="100"/>
          <a:sy n="110" d="100"/>
        </p:scale>
        <p:origin x="594" y="96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037080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обработки датасетов 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обработки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5C47C8A-3BC4-4810-881E-E4D828798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4759129"/>
            <a:ext cx="6705600" cy="192405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22918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390393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722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5370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5370" y="5967947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797812" y="5252535"/>
            <a:ext cx="338586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797812" y="5550265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797812" y="5843069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объектам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5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17429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340032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928834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75240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32378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BA1C4FA2-6EB8-4E22-A241-0B652F47B9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8962" y="1879344"/>
            <a:ext cx="3812263" cy="299352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C0932A2A-F931-4D3E-8D0A-1AA2C75BB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044" y="1889428"/>
            <a:ext cx="3653401" cy="3003146"/>
          </a:xfrm>
          <a:prstGeom prst="rect">
            <a:avLst/>
          </a:prstGeom>
        </p:spPr>
      </p:pic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693675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помех и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690949" y="469293"/>
            <a:ext cx="9425582" cy="666000"/>
            <a:chOff x="1352313" y="3499669"/>
            <a:chExt cx="4830153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0153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Коэффициенты корреляции</a:t>
              </a:r>
              <a:r>
                <a:rPr lang="en-US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endParaRPr lang="ru-RU" sz="2800" spc="180" dirty="0">
                <a:ln>
                  <a:solidFill>
                    <a:srgbClr val="065CAB"/>
                  </a:solidFill>
                </a:ln>
                <a:solidFill>
                  <a:srgbClr val="065CA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79176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52D7CA9F-3D9A-4D79-A277-003800426DC9}"/>
              </a:ext>
            </a:extLst>
          </p:cNvPr>
          <p:cNvSpPr/>
          <p:nvPr/>
        </p:nvSpPr>
        <p:spPr>
          <a:xfrm>
            <a:off x="733426" y="5835999"/>
            <a:ext cx="11345524" cy="877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b="1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                                         Применение аналитического коэффициента детерминации</a:t>
            </a:r>
          </a:p>
          <a:p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1. Для оценки принципиальной возможности построения приемлемой модели для данного датасета.</a:t>
            </a:r>
          </a:p>
          <a:p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2. Для 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контроля подобия создаваемых обучающей и тестовой выборок (с целью предотвращения пере- и </a:t>
            </a:r>
            <a:r>
              <a:rPr lang="ru-RU" sz="1700" dirty="0" err="1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недообучения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ru-RU" sz="170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.</a:t>
            </a:r>
            <a:endParaRPr lang="ru-RU" sz="17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1539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5317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403257"/>
            <a:ext cx="522148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785356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4032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2873829" y="469293"/>
            <a:ext cx="8456021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EA1C6FA6-132E-4E5D-93D3-5F125F1B6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572" y="2202139"/>
            <a:ext cx="4979101" cy="1343657"/>
          </a:xfrm>
          <a:prstGeom prst="rect">
            <a:avLst/>
          </a:prstGeom>
        </p:spPr>
      </p:pic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403257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837534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589343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тренировочных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1713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41196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17879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69881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01785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49215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78535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4366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7556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36861C5-6476-4650-883C-9EF518AB8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08" y="4112563"/>
            <a:ext cx="5090971" cy="2476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2873829" y="469294"/>
            <a:ext cx="8708562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2873828" y="469294"/>
            <a:ext cx="8708563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обработки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</p:spPr>
            <p:txBody>
              <a:bodyPr>
                <a:normAutofit lnSpcReduction="10000"/>
              </a:bodyPr>
              <a:lstStyle/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Рассмотрены и обработаны три варианта набора данных – базовый датасет (первые 23 строки), полный датасет (1023 строки) и очищенный от шума и помех датасет.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очистки датасета от шума и помех разработан фильтр, ядром (маской) которого являются объекты базового датасета.</a:t>
                </a:r>
              </a:p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базового датасета получены линейные функциональные зависимости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0,411.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полного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очищенного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  <a:blipFill>
                <a:blip r:embed="rId2"/>
                <a:stretch>
                  <a:fillRect l="-54" t="-638" r="-5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2635</TotalTime>
  <Words>828</Words>
  <Application>Microsoft Office PowerPoint</Application>
  <PresentationFormat>Широкоэкранный</PresentationFormat>
  <Paragraphs>90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ALS Sector Bold</vt:lpstr>
      <vt:lpstr>Open Sans</vt:lpstr>
      <vt:lpstr>Arial</vt:lpstr>
      <vt:lpstr>Noto Sans Symbols</vt:lpstr>
      <vt:lpstr>Times New Roman</vt:lpstr>
      <vt:lpstr>ALS Sector Regular</vt:lpstr>
      <vt:lpstr>Cambria Math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154</cp:revision>
  <dcterms:created xsi:type="dcterms:W3CDTF">2021-02-24T09:03:25Z</dcterms:created>
  <dcterms:modified xsi:type="dcterms:W3CDTF">2023-04-22T19:06:44Z</dcterms:modified>
</cp:coreProperties>
</file>