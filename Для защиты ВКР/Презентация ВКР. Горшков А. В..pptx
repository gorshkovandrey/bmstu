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>
        <p:scale>
          <a:sx n="100" d="100"/>
          <a:sy n="100" d="100"/>
        </p:scale>
        <p:origin x="954" y="300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</a:t>
            </a:r>
            <a:r>
              <a:rPr lang="ru-RU" b="1" dirty="0">
                <a:solidFill>
                  <a:srgbClr val="C00000"/>
                </a:solidFill>
                <a:latin typeface="Times New Roman" panose="02020603050405020304" pitchFamily="18" charset="0"/>
              </a:rPr>
              <a:t>достоверными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974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919096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машинного обучения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20795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8056020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64452" y="540480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62E659F-7A8C-4CB7-9E68-0B2F0F542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4804002"/>
            <a:ext cx="6677025" cy="1885950"/>
          </a:xfrm>
          <a:prstGeom prst="rect">
            <a:avLst/>
          </a:prstGeo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3ED8568-FAE9-4539-AD58-5A239A1470A5}"/>
              </a:ext>
            </a:extLst>
          </p:cNvPr>
          <p:cNvSpPr/>
          <p:nvPr/>
        </p:nvSpPr>
        <p:spPr>
          <a:xfrm>
            <a:off x="8264283" y="3974772"/>
            <a:ext cx="3699117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250" b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</a:t>
            </a:r>
            <a:r>
              <a:rPr lang="ru-RU" sz="125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. Нормализация данных – приведение данных к нормальному закону распределения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909B2D7-5A70-4AA1-AAF4-127F3859A840}"/>
              </a:ext>
            </a:extLst>
          </p:cNvPr>
          <p:cNvSpPr/>
          <p:nvPr/>
        </p:nvSpPr>
        <p:spPr>
          <a:xfrm>
            <a:off x="8276432" y="6282421"/>
            <a:ext cx="3699117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250" b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</a:t>
            </a:r>
            <a:r>
              <a:rPr lang="ru-RU" sz="125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. Нормализация данных – приведение данных к нормальному закону распределения</a:t>
            </a:r>
            <a:endParaRPr lang="ru-RU" sz="12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358545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817442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1647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299723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226020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878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235" y="6115370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836" y="5743104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486202" y="5252535"/>
            <a:ext cx="44037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центроиды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объекты базового датасета (23</a:t>
            </a:r>
            <a:r>
              <a:rPr lang="ru-RU" sz="12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476677" y="5978890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474277" y="5600808"/>
            <a:ext cx="518369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центроидам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972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461414" y="5293963"/>
            <a:ext cx="354948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фильтрации;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065706" y="650095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626749" y="633641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7058566" y="5803825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610900" y="5621866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23339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64825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064197" y="1111609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4940830" y="6202596"/>
            <a:ext cx="7136874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</a:t>
            </a:r>
            <a:r>
              <a:rPr lang="ru-RU" sz="125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размножение</a:t>
            </a:r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базового датасета.</a:t>
            </a:r>
            <a:endParaRPr lang="ru-RU" sz="12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293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708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464108"/>
            <a:ext cx="1699953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744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856409" y="469293"/>
            <a:ext cx="9161419" cy="666000"/>
            <a:chOff x="1352312" y="3499669"/>
            <a:chExt cx="4962544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2" y="3499669"/>
              <a:ext cx="4962544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1961704" y="1663811"/>
            <a:ext cx="349913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Корреляционная матрица </a:t>
            </a:r>
          </a:p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(полный датасет)</a:t>
            </a:r>
            <a:endParaRPr lang="ru-RU" sz="15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218883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498944"/>
                <a:ext cx="1699953" cy="5786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6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6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498944"/>
                <a:ext cx="1699953" cy="5786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937467" y="4321722"/>
            <a:ext cx="3236214" cy="6694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250" dirty="0"/>
              <a:t>–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sz="1250" dirty="0"/>
              <a:t> 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125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25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sz="12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51158" y="3447725"/>
            <a:ext cx="3236214" cy="6694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sz="1250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250" dirty="0"/>
              <a:t>–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sz="1250" dirty="0"/>
              <a:t> 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462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462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5369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5369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851" y="21811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794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409309" y="5835999"/>
                <a:ext cx="11773984" cy="86735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оценки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принципиальной возможности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построения не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константной модели с обобщающей способностью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для данного датасета.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создаваемых обучающей и тестовой выборок с целью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предотвращения пере- и недообучения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моделей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09" y="5835999"/>
                <a:ext cx="11773984" cy="867353"/>
              </a:xfrm>
              <a:prstGeom prst="rect">
                <a:avLst/>
              </a:prstGeom>
              <a:blipFill>
                <a:blip r:embed="rId7"/>
                <a:stretch>
                  <a:fillRect l="-259" t="-1399" r="-104" b="-41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7F09A8C-91F6-4969-B5AA-A6C08D678B11}"/>
              </a:ext>
            </a:extLst>
          </p:cNvPr>
          <p:cNvSpPr/>
          <p:nvPr/>
        </p:nvSpPr>
        <p:spPr>
          <a:xfrm>
            <a:off x="5556084" y="1661837"/>
            <a:ext cx="327959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Корреляционная матрица </a:t>
            </a:r>
          </a:p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(очищенный датасет, </a:t>
            </a:r>
            <a:r>
              <a:rPr lang="en-US" sz="1500" i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5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5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3825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7603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527083"/>
            <a:ext cx="5221482" cy="498545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909181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53660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3409951" y="469293"/>
            <a:ext cx="6457950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527082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961359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92341" y="3713168"/>
            <a:ext cx="522407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расчетных значений наилучшей модели </a:t>
            </a:r>
            <a:r>
              <a:rPr lang="ru-RU" dirty="0"/>
              <a:t>–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(обучающая выборка)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3999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54531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31214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83216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15120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51501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91870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6652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9842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116D49-8A61-4A89-B506-2D9DA0735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400" y="2274922"/>
            <a:ext cx="5092179" cy="125459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56B753-26F5-45E5-B17A-C93D7B723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833" y="4214466"/>
            <a:ext cx="5092746" cy="2219586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EAF6CEB3-3E55-4B4B-9417-0AC1707C34A6}"/>
              </a:ext>
            </a:extLst>
          </p:cNvPr>
          <p:cNvSpPr/>
          <p:nvPr/>
        </p:nvSpPr>
        <p:spPr>
          <a:xfrm>
            <a:off x="8709265" y="2992920"/>
            <a:ext cx="522388" cy="25391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0.505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3257550" y="469294"/>
            <a:ext cx="6706938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E0F70C1-D97B-40D9-AF65-38B4613685FE}"/>
              </a:ext>
            </a:extLst>
          </p:cNvPr>
          <p:cNvSpPr/>
          <p:nvPr/>
        </p:nvSpPr>
        <p:spPr>
          <a:xfrm>
            <a:off x="4862751" y="3512023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0.010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C2551FE-E24C-4128-9CFA-8350BB45BD05}"/>
              </a:ext>
            </a:extLst>
          </p:cNvPr>
          <p:cNvSpPr/>
          <p:nvPr/>
        </p:nvSpPr>
        <p:spPr>
          <a:xfrm>
            <a:off x="5309999" y="6343150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0.012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688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3257550" y="469294"/>
            <a:ext cx="6705599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51621FE-3C44-410C-8194-8C24C16196BB}"/>
              </a:ext>
            </a:extLst>
          </p:cNvPr>
          <p:cNvSpPr/>
          <p:nvPr/>
        </p:nvSpPr>
        <p:spPr>
          <a:xfrm>
            <a:off x="3368718" y="3517633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0.490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D87E5EE-593A-4771-A637-0BA1C6E22594}"/>
              </a:ext>
            </a:extLst>
          </p:cNvPr>
          <p:cNvSpPr/>
          <p:nvPr/>
        </p:nvSpPr>
        <p:spPr>
          <a:xfrm>
            <a:off x="4130718" y="6340118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0.737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307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295275" y="1441585"/>
                <a:ext cx="11665912" cy="5213881"/>
              </a:xfrm>
            </p:spPr>
            <p:txBody>
              <a:bodyPr>
                <a:noAutofit/>
              </a:bodyPr>
              <a:lstStyle/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Математические модели целевых переменных построены на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трех вариантах наборов данных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базового датасета (первые 23 строки), полного датасета (1023 строки) и очищенного от шума датасета.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Для очистки датасета от шума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разработан фильтр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ядром которого являются объекты базового датасета.</a:t>
                </a:r>
              </a:p>
              <a:p>
                <a:pPr algn="just">
                  <a:lnSpc>
                    <a:spcPct val="120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По данным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базового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выявлены линейные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функциональные зависимости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 регрессоров,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0,505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На данных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полного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соответственно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нейронной сети,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5. На данных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очищенного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0,49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соответственно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</a:t>
                </a:r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евой переменной 'Соотношение матрица - наполнитель' обучена модель нейронной сети,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80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80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</a:t>
                </a:r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295275" y="1441585"/>
                <a:ext cx="11665912" cy="5213881"/>
              </a:xfrm>
              <a:blipFill>
                <a:blip r:embed="rId2"/>
                <a:stretch>
                  <a:fillRect r="-4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3208</TotalTime>
  <Words>899</Words>
  <Application>Microsoft Office PowerPoint</Application>
  <PresentationFormat>Широкоэкранный</PresentationFormat>
  <Paragraphs>98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Times New Roman</vt:lpstr>
      <vt:lpstr>Noto Sans Symbols</vt:lpstr>
      <vt:lpstr>Cambria Math</vt:lpstr>
      <vt:lpstr>ALS Sector Regular</vt:lpstr>
      <vt:lpstr>Open Sans</vt:lpstr>
      <vt:lpstr>ALS Sector Bold</vt:lpstr>
      <vt:lpstr>Arial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197</cp:revision>
  <dcterms:created xsi:type="dcterms:W3CDTF">2021-02-24T09:03:25Z</dcterms:created>
  <dcterms:modified xsi:type="dcterms:W3CDTF">2023-04-27T08:14:39Z</dcterms:modified>
</cp:coreProperties>
</file>