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10" d="100"/>
          <a:sy n="110" d="100"/>
        </p:scale>
        <p:origin x="594" y="78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974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20795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8056020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64452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3585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817442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1647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299723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2260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8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235" y="6115370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36" y="574310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486202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</a:t>
            </a:r>
            <a:r>
              <a:rPr lang="ru-RU" sz="12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476677" y="5978890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474277" y="5600808"/>
            <a:ext cx="51836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центроидам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72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461414" y="5293963"/>
            <a:ext cx="354948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фильтрации;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065706" y="650095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617224" y="633641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7058566" y="5803825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610900" y="5621866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23339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6482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064197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4940830" y="6202596"/>
            <a:ext cx="713687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2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2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708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744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09" y="469293"/>
            <a:ext cx="9161419" cy="666000"/>
            <a:chOff x="1352312" y="3499669"/>
            <a:chExt cx="4962544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2" y="3499669"/>
              <a:ext cx="4962544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недообучения)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259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713168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обучающих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88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307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571501" y="1346335"/>
                <a:ext cx="11106150" cy="5213881"/>
              </a:xfrm>
            </p:spPr>
            <p:txBody>
              <a:bodyPr>
                <a:noAutofit/>
              </a:bodyPr>
              <a:lstStyle/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Математические модели целевых переменных построены для трех наборов данных – базового датасета (первые 23 строки), полного датасета (1023 строки) и очищенного от шума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Для очистки датасета от шума разработан фильтр, ядром которого являются объекты базового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По данным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базового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выявлены линейные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функциональные зависимости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 регрессоров,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очищенного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8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571501" y="1346335"/>
                <a:ext cx="11106150" cy="5213881"/>
              </a:xfrm>
              <a:blipFill>
                <a:blip r:embed="rId2"/>
                <a:stretch>
                  <a:fillRect r="-4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3044</TotalTime>
  <Words>848</Words>
  <Application>Microsoft Office PowerPoint</Application>
  <PresentationFormat>Широкоэкранный</PresentationFormat>
  <Paragraphs>89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ALS Sector Regular</vt:lpstr>
      <vt:lpstr>Noto Sans Symbols</vt:lpstr>
      <vt:lpstr>Cambria Math</vt:lpstr>
      <vt:lpstr>ALS Sector Bold</vt:lpstr>
      <vt:lpstr>Arial</vt:lpstr>
      <vt:lpstr>Open Sans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177</cp:revision>
  <dcterms:created xsi:type="dcterms:W3CDTF">2021-02-24T09:03:25Z</dcterms:created>
  <dcterms:modified xsi:type="dcterms:W3CDTF">2023-04-26T19:07:57Z</dcterms:modified>
</cp:coreProperties>
</file>