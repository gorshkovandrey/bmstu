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2" autoAdjust="0"/>
  </p:normalViewPr>
  <p:slideViewPr>
    <p:cSldViewPr snapToGrid="0">
      <p:cViewPr varScale="1">
        <p:scale>
          <a:sx n="110" d="100"/>
          <a:sy n="110" d="100"/>
        </p:scale>
        <p:origin x="594" y="54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достоверными.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037080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обработки датасетов 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12086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7977639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73161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5C47C8A-3BC4-4810-881E-E4D828798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4759129"/>
            <a:ext cx="6705600" cy="192405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522918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617417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404498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390393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722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370" y="5686745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5370" y="5967947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797812" y="5252535"/>
            <a:ext cx="338586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 базового датасета (23 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797812" y="5550265"/>
            <a:ext cx="32736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объекты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797812" y="5843069"/>
            <a:ext cx="3936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ближайшие к объектам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базового датасета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57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174299" y="5293963"/>
            <a:ext cx="28307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оставшиеся после 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фильтрации  полного  датасета;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340032" y="648190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928834" y="631736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6752401" y="5984800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323785" y="5802841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693675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36250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149922" y="1121134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помех и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объекты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5421225" y="6202596"/>
            <a:ext cx="6656478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размножение базового датасета.</a:t>
            </a:r>
            <a:endParaRPr lang="ru-RU" sz="1150" dirty="0">
              <a:solidFill>
                <a:srgbClr val="0000FF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8C8D5F-23C1-442B-BD57-9697244F15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0666" y="1889429"/>
            <a:ext cx="3824518" cy="300314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FABBEA0-DB97-40B1-BEA3-DEF244DFB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683" y="1907432"/>
            <a:ext cx="3644091" cy="298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578408"/>
            <a:ext cx="1885837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690949" y="469293"/>
            <a:ext cx="9425582" cy="666000"/>
            <a:chOff x="1352313" y="3499669"/>
            <a:chExt cx="4830153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3" y="3499669"/>
              <a:ext cx="4830153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Коэффициенты корреляции</a:t>
              </a:r>
              <a:r>
                <a:rPr lang="en-US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endParaRPr lang="ru-RU" sz="2800" spc="180" dirty="0">
                <a:ln>
                  <a:solidFill>
                    <a:srgbClr val="065CAB"/>
                  </a:solidFill>
                </a:ln>
                <a:solidFill>
                  <a:srgbClr val="065CA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2168433" y="1782703"/>
            <a:ext cx="31681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361758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35BDAAC-3815-41DD-9D7A-E57E76407B6C}"/>
              </a:ext>
            </a:extLst>
          </p:cNvPr>
          <p:cNvSpPr/>
          <p:nvPr/>
        </p:nvSpPr>
        <p:spPr>
          <a:xfrm>
            <a:off x="5544111" y="1779542"/>
            <a:ext cx="33161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18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8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880317" y="4493172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03533" y="3600125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51" y="21430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41306"/>
            <a:ext cx="3337653" cy="33781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/>
              <p:nvPr/>
            </p:nvSpPr>
            <p:spPr>
              <a:xfrm>
                <a:off x="733426" y="5835999"/>
                <a:ext cx="11345524" cy="8771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                                        Применение аналитического коэффициента детерминации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  <m:sup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1. Для оценки принципиальной возможности построения нетривиальной (не константной) модели для данного датасета.</a:t>
                </a:r>
              </a:p>
              <a:p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2. Для </a:t>
                </a:r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контроля подобия создаваемых обучающей и тестовой выборок (с целью предотвращения пере- и </a:t>
                </a:r>
                <a:r>
                  <a:rPr lang="ru-RU" sz="1700" dirty="0" err="1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недообучения</a:t>
                </a:r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7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426" y="5835999"/>
                <a:ext cx="11345524" cy="877163"/>
              </a:xfrm>
              <a:prstGeom prst="rect">
                <a:avLst/>
              </a:prstGeom>
              <a:blipFill>
                <a:blip r:embed="rId7"/>
                <a:stretch>
                  <a:fillRect l="-322" t="-1389" b="-8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1539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5317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403257"/>
            <a:ext cx="522148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785356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4032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2873829" y="469293"/>
            <a:ext cx="8456021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EA1C6FA6-132E-4E5D-93D3-5F125F1B6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572" y="2202139"/>
            <a:ext cx="4979101" cy="134365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403257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837534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589343"/>
            <a:ext cx="53035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тренировочных значений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1713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41196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17879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69881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01785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49215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78535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4366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7556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636861C5-6476-4650-883C-9EF518AB8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08" y="4112563"/>
            <a:ext cx="5090971" cy="247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2">
            <a:extLst>
              <a:ext uri="{FF2B5EF4-FFF2-40B4-BE49-F238E27FC236}">
                <a16:creationId xmlns:a16="http://schemas.microsoft.com/office/drawing/2014/main" id="{8C03D95E-B355-4AF0-B731-AD0E241E3785}"/>
              </a:ext>
            </a:extLst>
          </p:cNvPr>
          <p:cNvSpPr txBox="1">
            <a:spLocks/>
          </p:cNvSpPr>
          <p:nvPr/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2873829" y="469294"/>
            <a:ext cx="8708562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2873828" y="469294"/>
            <a:ext cx="8708563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</p:spPr>
            <p:txBody>
              <a:bodyPr>
                <a:normAutofit lnSpcReduction="10000"/>
              </a:bodyPr>
              <a:lstStyle/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Рассмотрены и обработаны три варианта набора данных – базовый датасет (первые 23 строки), полный датасет (1023 строки) и очищенный от шума и помех датасет.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очистки датасета от шума и помех разработан фильтр, ядром (маской) которого являются объекты базового датасета.</a:t>
                </a:r>
              </a:p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базового датасета получены линейные функциональные зависимости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0,411.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полного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очищенного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  <a:blipFill>
                <a:blip r:embed="rId2"/>
                <a:stretch>
                  <a:fillRect l="-54" t="-638" r="-5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2714</TotalTime>
  <Words>833</Words>
  <Application>Microsoft Office PowerPoint</Application>
  <PresentationFormat>Широкоэкранный</PresentationFormat>
  <Paragraphs>90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Cambria Math</vt:lpstr>
      <vt:lpstr>ALS Sector Bold</vt:lpstr>
      <vt:lpstr>Arial</vt:lpstr>
      <vt:lpstr>Noto Sans Symbols</vt:lpstr>
      <vt:lpstr>ALS Sector Regular</vt:lpstr>
      <vt:lpstr>Times New Roman</vt:lpstr>
      <vt:lpstr>Open Sans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159</cp:revision>
  <dcterms:created xsi:type="dcterms:W3CDTF">2021-02-24T09:03:25Z</dcterms:created>
  <dcterms:modified xsi:type="dcterms:W3CDTF">2023-04-22T20:55:08Z</dcterms:modified>
</cp:coreProperties>
</file>