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>
        <p:scale>
          <a:sx n="100" d="100"/>
          <a:sy n="100" d="100"/>
        </p:scale>
        <p:origin x="954" y="300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974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20795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8056020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64452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62E659F-7A8C-4CB7-9E68-0B2F0F5421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4804002"/>
            <a:ext cx="6677025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3585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817442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1647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299723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2260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8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235" y="6115370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836" y="574310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486202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</a:t>
            </a:r>
            <a:r>
              <a:rPr lang="ru-RU" sz="12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476677" y="5978890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474277" y="5600808"/>
            <a:ext cx="518369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центроидам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8972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461414" y="5293963"/>
            <a:ext cx="354948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фильтрации;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065706" y="650095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617224" y="633641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7058566" y="5803825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610900" y="5621866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23339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64825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064197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4940830" y="6202596"/>
            <a:ext cx="7136874" cy="4770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2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2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2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708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26003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744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856409" y="469293"/>
            <a:ext cx="9161419" cy="666000"/>
            <a:chOff x="1352312" y="3499669"/>
            <a:chExt cx="4962544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2" y="3499669"/>
              <a:ext cx="4962544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6175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принципиальной возможности построения не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константной модели с обобщающей способностью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для данного датасета.</a:t>
                </a:r>
              </a:p>
              <a:p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(с целью предотвращения пере- и недообучения)</a:t>
                </a:r>
                <a:r>
                  <a:rPr lang="ru-RU" sz="16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09" y="5835999"/>
                <a:ext cx="11773984" cy="867353"/>
              </a:xfrm>
              <a:prstGeom prst="rect">
                <a:avLst/>
              </a:prstGeom>
              <a:blipFill>
                <a:blip r:embed="rId7"/>
                <a:stretch>
                  <a:fillRect l="-259" t="-1399" r="-104" b="-41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713168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обучающих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78378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688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30753" y="6434051"/>
            <a:ext cx="63245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571501" y="1266825"/>
                <a:ext cx="11106150" cy="5213881"/>
              </a:xfrm>
            </p:spPr>
            <p:txBody>
              <a:bodyPr>
                <a:noAutofit/>
              </a:bodyPr>
              <a:lstStyle/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Математические модели целевых переменных построены для трех наборов данных – базового датасета (первые 23 строки), полного датасета (1023 строки) и очищенного от шума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Для очистки датасета от шума разработан фильтр, ядром (маской) которого являются объекты базового датасета.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По данным базового датасета выявлены линейные функциональные зависимости 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На данных полного датасета 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algn="just">
                  <a:lnSpc>
                    <a:spcPct val="125000"/>
                  </a:lnSpc>
                </a:pP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5. На данных очищенного датасета для целевых переменных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75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75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175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</a:t>
                </a:r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8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8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8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571501" y="1266825"/>
                <a:ext cx="11106150" cy="5213881"/>
              </a:xfrm>
              <a:blipFill>
                <a:blip r:embed="rId2"/>
                <a:stretch>
                  <a:fillRect r="-439" b="-26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3035</TotalTime>
  <Words>848</Words>
  <Application>Microsoft Office PowerPoint</Application>
  <PresentationFormat>Широкоэкранный</PresentationFormat>
  <Paragraphs>89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Times New Roman</vt:lpstr>
      <vt:lpstr>Open Sans</vt:lpstr>
      <vt:lpstr>ALS Sector Bold</vt:lpstr>
      <vt:lpstr>Cambria Math</vt:lpstr>
      <vt:lpstr>Noto Sans Symbols</vt:lpstr>
      <vt:lpstr>ALS Sector Regular</vt:lpstr>
      <vt:lpstr>Arial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176</cp:revision>
  <dcterms:created xsi:type="dcterms:W3CDTF">2021-02-24T09:03:25Z</dcterms:created>
  <dcterms:modified xsi:type="dcterms:W3CDTF">2023-04-26T18:35:36Z</dcterms:modified>
</cp:coreProperties>
</file>